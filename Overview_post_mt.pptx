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CDEF"/>
    <a:srgbClr val="E3BCC9"/>
    <a:srgbClr val="C1E462"/>
    <a:srgbClr val="7F97EC"/>
    <a:srgbClr val="EFAD6C"/>
    <a:srgbClr val="7D7AE5"/>
    <a:srgbClr val="737FE5"/>
    <a:srgbClr val="FCCE29"/>
    <a:srgbClr val="AFDED0"/>
    <a:srgbClr val="D8EB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6"/>
    <p:restoredTop sz="94658"/>
  </p:normalViewPr>
  <p:slideViewPr>
    <p:cSldViewPr snapToGrid="0">
      <p:cViewPr>
        <p:scale>
          <a:sx n="119" d="100"/>
          <a:sy n="119" d="100"/>
        </p:scale>
        <p:origin x="8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2T15:51:12.624"/>
    </inkml:context>
    <inkml:brush xml:id="br0">
      <inkml:brushProperty name="width" value="0.1" units="cm"/>
      <inkml:brushProperty name="height" value="0.2" units="cm"/>
      <inkml:brushProperty name="color" value="#FCC04A"/>
      <inkml:brushProperty name="tip" value="rectangle"/>
      <inkml:brushProperty name="rasterOp" value="maskPen"/>
    </inkml:brush>
  </inkml:definitions>
  <inkml:trace contextRef="#ctx0" brushRef="#br0">183 1010,'-10'-21,"-1"-2,1 3,1 3,2 3,3 3,0-2,-1-3,0-2,-2-3,0 2,1 2,-1 2,2 1,-1-1,1 0,1 1,1 3,0 2,2 2,-1 0,1-2,-2-1,1-1,-1-2,0 1,1 0,-1-2,-1-2,1 0,0 1,1 2,0 3,1 1,-1-1,0-1,-1-1,0 2,2 2,0-1,0 0,-1-3,0-1,-1 0,1 0,0 3,1 0,0 1,0 0,0 1,0 0,1 1,0 1,0 0,0 0,0 0,0 0,0 0,0 0,0-1,0 0,0 0,0-1,0 2,0 1,0 0,0 0,0-1,0 1,0-2,0 3,0-2,0 0,0 0,0-1,0 3,0-1,0-2,0 3,0-2,0 0,0 1,2-2,-1 0,1 0,0 1,-1 1,0-1,1 0,0-4,0 2,0-1,0 4,-2 0,1 0,0-1,1-1,1 0,-1 0,2 0,-1-1,1-1,-1 2,1 0,-1 3,0 1,0-1,0-2,1-1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D2E81-2FF3-7645-81CE-9F2ADE8F5859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D4579-26E6-EF4B-A34D-ECA46A79518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82168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D4579-26E6-EF4B-A34D-ECA46A79518F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6627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5010-8337-276D-D1B4-63B28302D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592C9-BFED-DFAB-A82F-1CD6FD0BC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57773-F63D-526C-B7FF-7BF2B643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4BF21-67AC-627B-F5CD-50A9668B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47881-7AFE-08F2-B598-4A187F8D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951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4E58-8B17-293F-1238-6DF5A2D6D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ACB7-3846-12AD-51F7-7A770DDC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7DBE7-D64C-C424-E258-596817B6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D9240-FD9F-49C7-DDDB-C79EFC163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67A0C-7EB7-55B3-E535-1A240CED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1184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3026-05D8-A50C-52BE-918F033E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E88B7-7CEE-8423-8A54-D28DC9B8F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84DB8-8475-B043-9CAF-D3E33EC07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EE023-F788-0F65-6FEA-27746446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D6843-ED6D-6C54-7C98-6912ED20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9182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487C-D3CD-6DD1-1502-798F28C9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4427-02F5-C8B6-BD17-8D0A268C7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0D866-7091-4A26-AE93-929BD7925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50513-3989-1FCA-BFE0-DC0321059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8F3B-7900-DB6D-A53E-FFEB5AF6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9877-3163-82F3-B13B-EF39FAF9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061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B2FB-6C79-45C8-FE87-30B427509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1F2E2-F2DC-2874-9A45-D6686E02A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02F8B-B950-32AD-B2E2-B62245986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FBCE1-9861-D2D2-9BCF-61CFC3B09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ED89B-4E11-8A60-B679-6B0C2892D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3DF40-6CBA-ED91-91C7-7032CA3BF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28975-4352-BE7D-0A95-7382B29B0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46A5BE-5E93-9DF7-B0E6-57F7245F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562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5D67-D8BD-7C34-D126-CB3391A9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D4BFD-74EC-B4C7-94BD-9C830DE0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6BF5A-C473-134E-3FFF-BD68D1AFB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244BF-7ED7-34D8-7916-8A24F7F6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5945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93BB1-FBCE-F8DE-E13D-DDD31BE2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A233C-4824-68BC-F283-DB83AEBEB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163A3-D952-08C7-0554-536547A2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655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F75C-941C-D547-FA62-372A10CAC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4F5CA-1518-B973-9ECE-C9C323FE0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7DA40-F049-9AF2-CE3A-E60B20CF2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F0D73-6588-6D81-D27D-FB6C1E7E4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ED35F-6FCA-D34A-C7C0-373BB6F4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6AA5A-3032-573B-1784-9DE7C14F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8409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FF7F-55EC-311F-6F1D-1FC1FF79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1FFC5-182B-A22B-9E0E-9AA0DBE8B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4D550-582D-B4AC-AEB2-BBB170432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77419-77E1-2E14-D521-C172CD18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09A88-187B-31AE-3167-366F41308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1E208-D123-BAC1-03BB-5DAEC1732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731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64DA-8563-D313-E0F1-83C5B1FDE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0B671-27F3-6A20-D94B-9E6B618E1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49818-B360-DEDA-76E0-B5AB4D09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FC6B8-FB5D-CD32-991B-3CCE45380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C1A76-C4BE-4029-F725-BFEB064F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170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AF55AE-08E0-6059-2227-A8CCFF99E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B9454-DC4C-8DE5-D5BC-AD09C92D9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F5F6E-FF70-6E45-B51C-2CFB3F60D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9DEA2-8EE2-1004-9C15-B4BFFB28C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09CA5-0B06-6524-02C6-384B98A4F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2724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375D7-1F0D-17A7-A645-825DB574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18778-9E55-EB40-B7BC-4FD7C176D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6BBFA-6219-1E6E-D440-8C5AA662D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04612-83DF-984F-B51C-C4D0AB0D78C6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2A988-00C6-8744-CE5A-817770A6B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DEEB7-5AA1-E0EA-CC6F-B59B09A76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497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88B9757-DFB8-66E7-0F66-86D473FB1431}"/>
              </a:ext>
            </a:extLst>
          </p:cNvPr>
          <p:cNvGrpSpPr/>
          <p:nvPr/>
        </p:nvGrpSpPr>
        <p:grpSpPr>
          <a:xfrm>
            <a:off x="385212" y="539312"/>
            <a:ext cx="11421575" cy="5390540"/>
            <a:chOff x="419851" y="449740"/>
            <a:chExt cx="11421575" cy="539054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B8A066-6A74-9AFB-B067-6403AF035766}"/>
                </a:ext>
              </a:extLst>
            </p:cNvPr>
            <p:cNvSpPr txBox="1"/>
            <p:nvPr/>
          </p:nvSpPr>
          <p:spPr>
            <a:xfrm>
              <a:off x="508670" y="557910"/>
              <a:ext cx="1487707" cy="5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>
                  <a:solidFill>
                    <a:schemeClr val="bg2">
                      <a:lumMod val="75000"/>
                    </a:schemeClr>
                  </a:solidFill>
                </a:rPr>
                <a:t>High M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10B7BA-6781-5463-ABD8-DE9E5D3A63CA}"/>
                </a:ext>
              </a:extLst>
            </p:cNvPr>
            <p:cNvSpPr txBox="1"/>
            <p:nvPr/>
          </p:nvSpPr>
          <p:spPr>
            <a:xfrm>
              <a:off x="525049" y="4504610"/>
              <a:ext cx="1484759" cy="5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solidFill>
                    <a:schemeClr val="bg2">
                      <a:lumMod val="75000"/>
                    </a:schemeClr>
                  </a:solidFill>
                </a:rPr>
                <a:t>L</a:t>
              </a:r>
              <a:r>
                <a:rPr lang="en-NL" sz="2800" dirty="0">
                  <a:solidFill>
                    <a:schemeClr val="bg2">
                      <a:lumMod val="75000"/>
                    </a:schemeClr>
                  </a:solidFill>
                </a:rPr>
                <a:t>ow  M 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93FFC69-6555-8858-3844-3D0146D2071C}"/>
                </a:ext>
              </a:extLst>
            </p:cNvPr>
            <p:cNvSpPr/>
            <p:nvPr/>
          </p:nvSpPr>
          <p:spPr>
            <a:xfrm>
              <a:off x="737753" y="2097614"/>
              <a:ext cx="10579761" cy="883264"/>
            </a:xfrm>
            <a:custGeom>
              <a:avLst/>
              <a:gdLst>
                <a:gd name="connsiteX0" fmla="*/ 0 w 9392093"/>
                <a:gd name="connsiteY0" fmla="*/ 1516911 h 1545741"/>
                <a:gd name="connsiteX1" fmla="*/ 2899144 w 9392093"/>
                <a:gd name="connsiteY1" fmla="*/ 1538177 h 1545741"/>
                <a:gd name="connsiteX2" fmla="*/ 6223591 w 9392093"/>
                <a:gd name="connsiteY2" fmla="*/ 1403498 h 1545741"/>
                <a:gd name="connsiteX3" fmla="*/ 8293395 w 9392093"/>
                <a:gd name="connsiteY3" fmla="*/ 857693 h 1545741"/>
                <a:gd name="connsiteX4" fmla="*/ 9392093 w 9392093"/>
                <a:gd name="connsiteY4" fmla="*/ 0 h 154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2093" h="1545741">
                  <a:moveTo>
                    <a:pt x="0" y="1516911"/>
                  </a:moveTo>
                  <a:cubicBezTo>
                    <a:pt x="930939" y="1536995"/>
                    <a:pt x="1861879" y="1557079"/>
                    <a:pt x="2899144" y="1538177"/>
                  </a:cubicBezTo>
                  <a:cubicBezTo>
                    <a:pt x="3936409" y="1519275"/>
                    <a:pt x="5324549" y="1516912"/>
                    <a:pt x="6223591" y="1403498"/>
                  </a:cubicBezTo>
                  <a:cubicBezTo>
                    <a:pt x="7122633" y="1290084"/>
                    <a:pt x="7765311" y="1091609"/>
                    <a:pt x="8293395" y="857693"/>
                  </a:cubicBezTo>
                  <a:cubicBezTo>
                    <a:pt x="8821479" y="623777"/>
                    <a:pt x="9106786" y="311888"/>
                    <a:pt x="9392093" y="0"/>
                  </a:cubicBezTo>
                </a:path>
              </a:pathLst>
            </a:custGeom>
            <a:noFill/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2F41842-773A-BB72-A744-BB70F2985424}"/>
                </a:ext>
              </a:extLst>
            </p:cNvPr>
            <p:cNvSpPr/>
            <p:nvPr/>
          </p:nvSpPr>
          <p:spPr>
            <a:xfrm flipV="1">
              <a:off x="737754" y="2952722"/>
              <a:ext cx="10514616" cy="1166733"/>
            </a:xfrm>
            <a:custGeom>
              <a:avLst/>
              <a:gdLst>
                <a:gd name="connsiteX0" fmla="*/ 0 w 9392093"/>
                <a:gd name="connsiteY0" fmla="*/ 1516911 h 1545741"/>
                <a:gd name="connsiteX1" fmla="*/ 2899144 w 9392093"/>
                <a:gd name="connsiteY1" fmla="*/ 1538177 h 1545741"/>
                <a:gd name="connsiteX2" fmla="*/ 6223591 w 9392093"/>
                <a:gd name="connsiteY2" fmla="*/ 1403498 h 1545741"/>
                <a:gd name="connsiteX3" fmla="*/ 8293395 w 9392093"/>
                <a:gd name="connsiteY3" fmla="*/ 857693 h 1545741"/>
                <a:gd name="connsiteX4" fmla="*/ 9392093 w 9392093"/>
                <a:gd name="connsiteY4" fmla="*/ 0 h 154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2093" h="1545741">
                  <a:moveTo>
                    <a:pt x="0" y="1516911"/>
                  </a:moveTo>
                  <a:cubicBezTo>
                    <a:pt x="930939" y="1536995"/>
                    <a:pt x="1861879" y="1557079"/>
                    <a:pt x="2899144" y="1538177"/>
                  </a:cubicBezTo>
                  <a:cubicBezTo>
                    <a:pt x="3936409" y="1519275"/>
                    <a:pt x="5324549" y="1516912"/>
                    <a:pt x="6223591" y="1403498"/>
                  </a:cubicBezTo>
                  <a:cubicBezTo>
                    <a:pt x="7122633" y="1290084"/>
                    <a:pt x="7765311" y="1091609"/>
                    <a:pt x="8293395" y="857693"/>
                  </a:cubicBezTo>
                  <a:cubicBezTo>
                    <a:pt x="8821479" y="623777"/>
                    <a:pt x="9106786" y="311888"/>
                    <a:pt x="9392093" y="0"/>
                  </a:cubicBezTo>
                </a:path>
              </a:pathLst>
            </a:custGeom>
            <a:noFill/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23B09C5-8C2A-35AF-8EDF-F2EF930F3ADC}"/>
                </a:ext>
              </a:extLst>
            </p:cNvPr>
            <p:cNvSpPr txBox="1"/>
            <p:nvPr/>
          </p:nvSpPr>
          <p:spPr>
            <a:xfrm>
              <a:off x="419851" y="3922137"/>
              <a:ext cx="1699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E3C884"/>
                  </a:solidFill>
                </a:rPr>
                <a:t>WUMa binaries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579BD0-3F93-864F-4AA2-D38BC7C2232B}"/>
                </a:ext>
              </a:extLst>
            </p:cNvPr>
            <p:cNvSpPr txBox="1"/>
            <p:nvPr/>
          </p:nvSpPr>
          <p:spPr>
            <a:xfrm>
              <a:off x="580811" y="1746096"/>
              <a:ext cx="183967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D65905"/>
                  </a:solidFill>
                </a:rPr>
                <a:t>Massive </a:t>
              </a:r>
            </a:p>
            <a:p>
              <a:r>
                <a:rPr lang="en-NL" dirty="0">
                  <a:solidFill>
                    <a:srgbClr val="D65905"/>
                  </a:solidFill>
                </a:rPr>
                <a:t>Contact binaries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B65D66-A410-56D6-1A07-66A6AB93F1A8}"/>
                </a:ext>
              </a:extLst>
            </p:cNvPr>
            <p:cNvSpPr txBox="1"/>
            <p:nvPr/>
          </p:nvSpPr>
          <p:spPr>
            <a:xfrm>
              <a:off x="2535595" y="1893277"/>
              <a:ext cx="15231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EDA45C"/>
                  </a:solidFill>
                </a:rPr>
                <a:t>Algol binaries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CC94EF1-7D40-59DB-D3B6-3ABF59F84FB0}"/>
                </a:ext>
              </a:extLst>
            </p:cNvPr>
            <p:cNvSpPr txBox="1"/>
            <p:nvPr/>
          </p:nvSpPr>
          <p:spPr>
            <a:xfrm>
              <a:off x="3408572" y="3944333"/>
              <a:ext cx="135748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82C9ED"/>
                  </a:solidFill>
                </a:rPr>
                <a:t>EL CVn-like </a:t>
              </a:r>
            </a:p>
            <a:p>
              <a:r>
                <a:rPr lang="en-NL" dirty="0">
                  <a:solidFill>
                    <a:srgbClr val="82C9ED"/>
                  </a:solidFill>
                </a:rPr>
                <a:t>systems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6EEFC4-9B67-9C7B-D88D-FBA63BBE99DD}"/>
                </a:ext>
              </a:extLst>
            </p:cNvPr>
            <p:cNvSpPr txBox="1"/>
            <p:nvPr/>
          </p:nvSpPr>
          <p:spPr>
            <a:xfrm>
              <a:off x="4707314" y="4132029"/>
              <a:ext cx="1659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5DB6ED"/>
                  </a:solidFill>
                </a:rPr>
                <a:t>Hot Subdwarfs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2ABB7D-5D8D-E03D-E4F6-8F15F4B22970}"/>
                </a:ext>
              </a:extLst>
            </p:cNvPr>
            <p:cNvSpPr txBox="1"/>
            <p:nvPr/>
          </p:nvSpPr>
          <p:spPr>
            <a:xfrm>
              <a:off x="5415855" y="4476768"/>
              <a:ext cx="1171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64A4E9"/>
                  </a:solidFill>
                </a:rPr>
                <a:t>He Giants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9CF8FC0-4FC8-D623-DED5-F00504A0EBCF}"/>
                </a:ext>
              </a:extLst>
            </p:cNvPr>
            <p:cNvSpPr txBox="1"/>
            <p:nvPr/>
          </p:nvSpPr>
          <p:spPr>
            <a:xfrm>
              <a:off x="6513760" y="3957751"/>
              <a:ext cx="11798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7D7AE5"/>
                  </a:solidFill>
                </a:rPr>
                <a:t>Post-AGB </a:t>
              </a:r>
            </a:p>
            <a:p>
              <a:r>
                <a:rPr lang="en-NL" dirty="0">
                  <a:solidFill>
                    <a:srgbClr val="7D7AE5"/>
                  </a:solidFill>
                </a:rPr>
                <a:t>binaries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978050-E8DE-7E88-BA55-ED541D8D4606}"/>
                </a:ext>
              </a:extLst>
            </p:cNvPr>
            <p:cNvSpPr txBox="1"/>
            <p:nvPr/>
          </p:nvSpPr>
          <p:spPr>
            <a:xfrm>
              <a:off x="5600637" y="1565787"/>
              <a:ext cx="177208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0070C0"/>
                  </a:solidFill>
                </a:rPr>
                <a:t>Intermediate-M </a:t>
              </a:r>
            </a:p>
            <a:p>
              <a:r>
                <a:rPr lang="en-NL" dirty="0">
                  <a:solidFill>
                    <a:srgbClr val="0070C0"/>
                  </a:solidFill>
                </a:rPr>
                <a:t>stripped stars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3689DB6-2367-1F26-F70B-1EC34E076EBF}"/>
                </a:ext>
              </a:extLst>
            </p:cNvPr>
            <p:cNvSpPr txBox="1"/>
            <p:nvPr/>
          </p:nvSpPr>
          <p:spPr>
            <a:xfrm>
              <a:off x="4668134" y="1328110"/>
              <a:ext cx="17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6389D6"/>
                  </a:solidFill>
                </a:rPr>
                <a:t>WR + O binaries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D78360-17BF-7CA1-AA15-A21E620441BB}"/>
                </a:ext>
              </a:extLst>
            </p:cNvPr>
            <p:cNvSpPr txBox="1"/>
            <p:nvPr/>
          </p:nvSpPr>
          <p:spPr>
            <a:xfrm>
              <a:off x="8295632" y="4786772"/>
              <a:ext cx="2207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EF799A"/>
                  </a:solidFill>
                </a:rPr>
                <a:t>Blue straggler binary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4CEB273-2757-12F0-8A6F-F25706E6D213}"/>
                </a:ext>
              </a:extLst>
            </p:cNvPr>
            <p:cNvSpPr txBox="1"/>
            <p:nvPr/>
          </p:nvSpPr>
          <p:spPr>
            <a:xfrm>
              <a:off x="7770659" y="4398130"/>
              <a:ext cx="22554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BD6D92"/>
                  </a:solidFill>
                </a:rPr>
                <a:t>Chem. </a:t>
              </a:r>
              <a:r>
                <a:rPr lang="en-GB" dirty="0">
                  <a:solidFill>
                    <a:srgbClr val="BD6D92"/>
                  </a:solidFill>
                </a:rPr>
                <a:t>P</a:t>
              </a:r>
              <a:r>
                <a:rPr lang="en-NL" dirty="0">
                  <a:solidFill>
                    <a:srgbClr val="BD6D92"/>
                  </a:solidFill>
                </a:rPr>
                <a:t>eculiar stars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2E5E10-3BB2-9BA2-22F4-A0D63B6962BB}"/>
                </a:ext>
              </a:extLst>
            </p:cNvPr>
            <p:cNvSpPr txBox="1"/>
            <p:nvPr/>
          </p:nvSpPr>
          <p:spPr>
            <a:xfrm>
              <a:off x="10382499" y="4594824"/>
              <a:ext cx="10775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DDB7C7"/>
                  </a:solidFill>
                </a:rPr>
                <a:t>WD + MS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6C1AA4-6F2F-3B2C-A2E9-4529AF3876B8}"/>
                </a:ext>
              </a:extLst>
            </p:cNvPr>
            <p:cNvSpPr txBox="1"/>
            <p:nvPr/>
          </p:nvSpPr>
          <p:spPr>
            <a:xfrm>
              <a:off x="7552099" y="2093387"/>
              <a:ext cx="9845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BDE255"/>
                  </a:solidFill>
                </a:rPr>
                <a:t>P</a:t>
              </a:r>
              <a:r>
                <a:rPr lang="en-NL" dirty="0">
                  <a:solidFill>
                    <a:srgbClr val="BDE255"/>
                  </a:solidFill>
                </a:rPr>
                <a:t>ulsar </a:t>
              </a:r>
            </a:p>
            <a:p>
              <a:r>
                <a:rPr lang="en-NL" dirty="0">
                  <a:solidFill>
                    <a:srgbClr val="BDE255"/>
                  </a:solidFill>
                </a:rPr>
                <a:t>binaries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97E9748-D321-54F6-750C-9E50A388CD05}"/>
                </a:ext>
              </a:extLst>
            </p:cNvPr>
            <p:cNvSpPr txBox="1"/>
            <p:nvPr/>
          </p:nvSpPr>
          <p:spPr>
            <a:xfrm>
              <a:off x="7762645" y="1377336"/>
              <a:ext cx="15306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81CB45"/>
                  </a:solidFill>
                </a:rPr>
                <a:t>H</a:t>
              </a:r>
              <a:r>
                <a:rPr lang="en-NL" dirty="0">
                  <a:solidFill>
                    <a:srgbClr val="81CB45"/>
                  </a:solidFill>
                </a:rPr>
                <a:t>igh-M </a:t>
              </a:r>
            </a:p>
            <a:p>
              <a:r>
                <a:rPr lang="en-NL" dirty="0">
                  <a:solidFill>
                    <a:srgbClr val="81CB45"/>
                  </a:solidFill>
                </a:rPr>
                <a:t>X-ray binaries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8FC8D93-49B7-2E72-1092-AEFFB1942F88}"/>
                </a:ext>
              </a:extLst>
            </p:cNvPr>
            <p:cNvSpPr txBox="1"/>
            <p:nvPr/>
          </p:nvSpPr>
          <p:spPr>
            <a:xfrm>
              <a:off x="8933712" y="1382960"/>
              <a:ext cx="1995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46B636"/>
                  </a:solidFill>
                </a:rPr>
                <a:t>Spectroscop. C.O.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3331031-DCAD-C94C-D770-6B758BF483E7}"/>
                </a:ext>
              </a:extLst>
            </p:cNvPr>
            <p:cNvSpPr txBox="1"/>
            <p:nvPr/>
          </p:nvSpPr>
          <p:spPr>
            <a:xfrm>
              <a:off x="9942124" y="1115275"/>
              <a:ext cx="18993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solidFill>
                    <a:srgbClr val="079F27"/>
                  </a:solidFill>
                </a:rPr>
                <a:t>Astrometric. C.O.</a:t>
              </a: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EAF629B-86F0-E9C2-FF18-A723B1551AFE}"/>
                </a:ext>
              </a:extLst>
            </p:cNvPr>
            <p:cNvGrpSpPr/>
            <p:nvPr/>
          </p:nvGrpSpPr>
          <p:grpSpPr>
            <a:xfrm rot="2305534">
              <a:off x="2374478" y="2448082"/>
              <a:ext cx="677611" cy="1249417"/>
              <a:chOff x="2272072" y="2994265"/>
              <a:chExt cx="677611" cy="1249417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5E3249AB-1B2A-BCAD-12F7-565726B8C3CA}"/>
                      </a:ext>
                    </a:extLst>
                  </p14:cNvPr>
                  <p14:cNvContentPartPr/>
                  <p14:nvPr/>
                </p14:nvContentPartPr>
                <p14:xfrm>
                  <a:off x="2574630" y="3153072"/>
                  <a:ext cx="66240" cy="363600"/>
                </p14:xfrm>
              </p:contentPart>
            </mc:Choice>
            <mc:Fallback xmlns=""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5E3249AB-1B2A-BCAD-12F7-565726B8C3CA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556990" y="3117432"/>
                    <a:ext cx="101880" cy="43524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6A446D0E-991F-113B-1AA7-782B3F18F257}"/>
                  </a:ext>
                </a:extLst>
              </p:cNvPr>
              <p:cNvGrpSpPr/>
              <p:nvPr/>
            </p:nvGrpSpPr>
            <p:grpSpPr>
              <a:xfrm rot="5400000">
                <a:off x="1986169" y="3280168"/>
                <a:ext cx="1249417" cy="677611"/>
                <a:chOff x="1219177" y="3119420"/>
                <a:chExt cx="1321181" cy="716531"/>
              </a:xfrm>
            </p:grpSpPr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E5C4EBD1-17F7-37FA-E454-663902FA7217}"/>
                    </a:ext>
                  </a:extLst>
                </p:cNvPr>
                <p:cNvSpPr/>
                <p:nvPr/>
              </p:nvSpPr>
              <p:spPr>
                <a:xfrm>
                  <a:off x="1219177" y="3334586"/>
                  <a:ext cx="251498" cy="234841"/>
                </a:xfrm>
                <a:prstGeom prst="ellipse">
                  <a:avLst/>
                </a:prstGeom>
                <a:gradFill>
                  <a:gsLst>
                    <a:gs pos="88000">
                      <a:srgbClr val="608DBC">
                        <a:lumMod val="100000"/>
                      </a:srgbClr>
                    </a:gs>
                    <a:gs pos="55000">
                      <a:srgbClr val="83B7E8">
                        <a:lumMod val="96000"/>
                      </a:srgbClr>
                    </a:gs>
                    <a:gs pos="18000">
                      <a:srgbClr val="CCE9F8"/>
                    </a:gs>
                  </a:gsLst>
                  <a:path path="circle">
                    <a:fillToRect l="50000" t="50000" r="50000" b="5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2" name="Teardrop 81">
                  <a:extLst>
                    <a:ext uri="{FF2B5EF4-FFF2-40B4-BE49-F238E27FC236}">
                      <a16:creationId xmlns:a16="http://schemas.microsoft.com/office/drawing/2014/main" id="{31186B95-FDC1-A36E-96E6-4A0CBA6257E9}"/>
                    </a:ext>
                  </a:extLst>
                </p:cNvPr>
                <p:cNvSpPr/>
                <p:nvPr/>
              </p:nvSpPr>
              <p:spPr>
                <a:xfrm rot="13502577">
                  <a:off x="1823827" y="3119420"/>
                  <a:ext cx="716531" cy="716531"/>
                </a:xfrm>
                <a:prstGeom prst="teardrop">
                  <a:avLst/>
                </a:prstGeom>
                <a:gradFill>
                  <a:gsLst>
                    <a:gs pos="85000">
                      <a:srgbClr val="F5941B"/>
                    </a:gs>
                    <a:gs pos="57000">
                      <a:srgbClr val="FFC000"/>
                    </a:gs>
                    <a:gs pos="4000">
                      <a:srgbClr val="FCF8D9"/>
                    </a:gs>
                    <a:gs pos="32000">
                      <a:srgbClr val="F4F7A0"/>
                    </a:gs>
                  </a:gsLst>
                  <a:path path="circle">
                    <a:fillToRect l="50000" t="50000" r="50000" b="5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EEEDD383-FFB9-5E2C-F1C9-463419DC6F6D}"/>
                </a:ext>
              </a:extLst>
            </p:cNvPr>
            <p:cNvGrpSpPr/>
            <p:nvPr/>
          </p:nvGrpSpPr>
          <p:grpSpPr>
            <a:xfrm rot="21091238">
              <a:off x="1067943" y="2543212"/>
              <a:ext cx="493605" cy="978913"/>
              <a:chOff x="1041625" y="2523278"/>
              <a:chExt cx="493605" cy="978913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6BA45D2-44E7-10F0-B047-11DBADAE4D70}"/>
                  </a:ext>
                </a:extLst>
              </p:cNvPr>
              <p:cNvGrpSpPr/>
              <p:nvPr/>
            </p:nvGrpSpPr>
            <p:grpSpPr>
              <a:xfrm rot="7789791">
                <a:off x="798971" y="2765932"/>
                <a:ext cx="978913" cy="493605"/>
                <a:chOff x="3723385" y="4934297"/>
                <a:chExt cx="2139986" cy="732045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16BC3E47-47F2-B915-A841-7A1192F489F8}"/>
                    </a:ext>
                  </a:extLst>
                </p:cNvPr>
                <p:cNvSpPr/>
                <p:nvPr/>
              </p:nvSpPr>
              <p:spPr>
                <a:xfrm>
                  <a:off x="3723385" y="4934297"/>
                  <a:ext cx="1271446" cy="732045"/>
                </a:xfrm>
                <a:prstGeom prst="ellipse">
                  <a:avLst/>
                </a:prstGeom>
                <a:gradFill>
                  <a:gsLst>
                    <a:gs pos="59000">
                      <a:srgbClr val="83B7E8">
                        <a:lumMod val="96000"/>
                      </a:srgbClr>
                    </a:gs>
                    <a:gs pos="4000">
                      <a:srgbClr val="CCE9F8">
                        <a:lumMod val="38000"/>
                        <a:lumOff val="62000"/>
                      </a:srgbClr>
                    </a:gs>
                    <a:gs pos="22000">
                      <a:srgbClr val="CCE9F8"/>
                    </a:gs>
                  </a:gsLst>
                  <a:path path="circle">
                    <a:fillToRect l="50000" t="50000" r="50000" b="50000"/>
                  </a:path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8896161D-366F-35FC-B747-58DC309AF93A}"/>
                    </a:ext>
                  </a:extLst>
                </p:cNvPr>
                <p:cNvSpPr/>
                <p:nvPr/>
              </p:nvSpPr>
              <p:spPr>
                <a:xfrm>
                  <a:off x="4835365" y="5056978"/>
                  <a:ext cx="1028006" cy="565671"/>
                </a:xfrm>
                <a:prstGeom prst="ellipse">
                  <a:avLst/>
                </a:prstGeom>
                <a:gradFill>
                  <a:gsLst>
                    <a:gs pos="54000">
                      <a:srgbClr val="83B7E8">
                        <a:lumMod val="96000"/>
                      </a:srgbClr>
                    </a:gs>
                    <a:gs pos="4000">
                      <a:srgbClr val="CCE9F8">
                        <a:lumMod val="38000"/>
                        <a:lumOff val="62000"/>
                      </a:srgbClr>
                    </a:gs>
                    <a:gs pos="25000">
                      <a:srgbClr val="CCE9F8"/>
                    </a:gs>
                  </a:gsLst>
                  <a:path path="circle">
                    <a:fillToRect l="50000" t="50000" r="50000" b="50000"/>
                  </a:path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9C35ECC8-67E9-291D-17A4-1365240D470C}"/>
                  </a:ext>
                </a:extLst>
              </p:cNvPr>
              <p:cNvSpPr/>
              <p:nvPr/>
            </p:nvSpPr>
            <p:spPr>
              <a:xfrm rot="2395926">
                <a:off x="1174339" y="2750145"/>
                <a:ext cx="94820" cy="575760"/>
              </a:xfrm>
              <a:prstGeom prst="ellipse">
                <a:avLst/>
              </a:prstGeom>
              <a:solidFill>
                <a:srgbClr val="E2F3FB">
                  <a:alpha val="3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B68026D-4248-7C55-567A-FCDCEE9AA623}"/>
                </a:ext>
              </a:extLst>
            </p:cNvPr>
            <p:cNvSpPr txBox="1"/>
            <p:nvPr/>
          </p:nvSpPr>
          <p:spPr>
            <a:xfrm>
              <a:off x="6001464" y="3459283"/>
              <a:ext cx="1367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/>
                </a:rPr>
                <a:t>stripped star</a:t>
              </a:r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494B03C7-386D-CDD4-3D83-F1DB677DA236}"/>
                </a:ext>
              </a:extLst>
            </p:cNvPr>
            <p:cNvSpPr/>
            <p:nvPr/>
          </p:nvSpPr>
          <p:spPr>
            <a:xfrm rot="14049865" flipV="1">
              <a:off x="5641746" y="3593729"/>
              <a:ext cx="261775" cy="364279"/>
            </a:xfrm>
            <a:custGeom>
              <a:avLst/>
              <a:gdLst>
                <a:gd name="connsiteX0" fmla="*/ 0 w 209974"/>
                <a:gd name="connsiteY0" fmla="*/ 0 h 223520"/>
                <a:gd name="connsiteX1" fmla="*/ 74507 w 209974"/>
                <a:gd name="connsiteY1" fmla="*/ 162560 h 223520"/>
                <a:gd name="connsiteX2" fmla="*/ 209974 w 209974"/>
                <a:gd name="connsiteY2" fmla="*/ 223520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9974" h="223520">
                  <a:moveTo>
                    <a:pt x="0" y="0"/>
                  </a:moveTo>
                  <a:cubicBezTo>
                    <a:pt x="19755" y="62653"/>
                    <a:pt x="39511" y="125307"/>
                    <a:pt x="74507" y="162560"/>
                  </a:cubicBezTo>
                  <a:cubicBezTo>
                    <a:pt x="109503" y="199813"/>
                    <a:pt x="159738" y="211666"/>
                    <a:pt x="209974" y="223520"/>
                  </a:cubicBezTo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913E5C22-1970-D92D-D96C-A6F04B308E27}"/>
                </a:ext>
              </a:extLst>
            </p:cNvPr>
            <p:cNvGrpSpPr/>
            <p:nvPr/>
          </p:nvGrpSpPr>
          <p:grpSpPr>
            <a:xfrm>
              <a:off x="3819042" y="2552593"/>
              <a:ext cx="766016" cy="1093408"/>
              <a:chOff x="3582353" y="2575693"/>
              <a:chExt cx="766016" cy="1093408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1B25E582-0C85-040D-ABF8-5D0AC41005DF}"/>
                  </a:ext>
                </a:extLst>
              </p:cNvPr>
              <p:cNvSpPr/>
              <p:nvPr/>
            </p:nvSpPr>
            <p:spPr>
              <a:xfrm rot="1472995">
                <a:off x="3702804" y="2719179"/>
                <a:ext cx="614181" cy="760477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  <a:alpha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D8E56325-341B-46AA-E2A4-C0425C369B0B}"/>
                  </a:ext>
                </a:extLst>
              </p:cNvPr>
              <p:cNvSpPr/>
              <p:nvPr/>
            </p:nvSpPr>
            <p:spPr>
              <a:xfrm>
                <a:off x="3582353" y="3256053"/>
                <a:ext cx="427541" cy="413048"/>
              </a:xfrm>
              <a:prstGeom prst="ellipse">
                <a:avLst/>
              </a:prstGeom>
              <a:gradFill>
                <a:gsLst>
                  <a:gs pos="85000">
                    <a:srgbClr val="F5941B"/>
                  </a:gs>
                  <a:gs pos="74000">
                    <a:srgbClr val="FFC000"/>
                  </a:gs>
                  <a:gs pos="4000">
                    <a:srgbClr val="FCF8D9"/>
                  </a:gs>
                  <a:gs pos="41000">
                    <a:srgbClr val="F4F7A0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EFCA6DF3-B99D-4607-09AE-CD5BEF73D27E}"/>
                  </a:ext>
                </a:extLst>
              </p:cNvPr>
              <p:cNvGrpSpPr/>
              <p:nvPr/>
            </p:nvGrpSpPr>
            <p:grpSpPr>
              <a:xfrm>
                <a:off x="4026567" y="2575693"/>
                <a:ext cx="321802" cy="317900"/>
                <a:chOff x="4030666" y="2458275"/>
                <a:chExt cx="435368" cy="430089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29BD977D-5EFD-E683-C92C-996CD660E35E}"/>
                    </a:ext>
                  </a:extLst>
                </p:cNvPr>
                <p:cNvSpPr/>
                <p:nvPr/>
              </p:nvSpPr>
              <p:spPr>
                <a:xfrm>
                  <a:off x="4030666" y="2458275"/>
                  <a:ext cx="435368" cy="430089"/>
                </a:xfrm>
                <a:prstGeom prst="ellipse">
                  <a:avLst/>
                </a:prstGeom>
                <a:solidFill>
                  <a:srgbClr val="77B0E6">
                    <a:alpha val="67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07" name="Oval 106">
                  <a:extLst>
                    <a:ext uri="{FF2B5EF4-FFF2-40B4-BE49-F238E27FC236}">
                      <a16:creationId xmlns:a16="http://schemas.microsoft.com/office/drawing/2014/main" id="{30E12CAF-4710-2776-9888-C336E7A19637}"/>
                    </a:ext>
                  </a:extLst>
                </p:cNvPr>
                <p:cNvSpPr/>
                <p:nvPr/>
              </p:nvSpPr>
              <p:spPr>
                <a:xfrm>
                  <a:off x="4079958" y="2506969"/>
                  <a:ext cx="336786" cy="332701"/>
                </a:xfrm>
                <a:prstGeom prst="ellipse">
                  <a:avLst/>
                </a:prstGeom>
                <a:gradFill>
                  <a:gsLst>
                    <a:gs pos="88000">
                      <a:srgbClr val="608DBC">
                        <a:lumMod val="100000"/>
                      </a:srgbClr>
                    </a:gs>
                    <a:gs pos="55000">
                      <a:srgbClr val="83B7E8">
                        <a:lumMod val="96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FDBB0F9-63F0-C828-67B1-5390A758AB3A}"/>
                </a:ext>
              </a:extLst>
            </p:cNvPr>
            <p:cNvGrpSpPr/>
            <p:nvPr/>
          </p:nvGrpSpPr>
          <p:grpSpPr>
            <a:xfrm rot="1870429">
              <a:off x="5360913" y="2242880"/>
              <a:ext cx="724134" cy="1733082"/>
              <a:chOff x="4821425" y="2078831"/>
              <a:chExt cx="724134" cy="1733082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893AAAD-25C3-0DD9-A12F-01F717E45FD6}"/>
                  </a:ext>
                </a:extLst>
              </p:cNvPr>
              <p:cNvSpPr/>
              <p:nvPr/>
            </p:nvSpPr>
            <p:spPr>
              <a:xfrm>
                <a:off x="4821425" y="2315377"/>
                <a:ext cx="724134" cy="1367362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  <a:alpha val="85232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67A10FC9-139C-2B63-E096-71644D4AE3E8}"/>
                  </a:ext>
                </a:extLst>
              </p:cNvPr>
              <p:cNvSpPr/>
              <p:nvPr/>
            </p:nvSpPr>
            <p:spPr>
              <a:xfrm>
                <a:off x="5045746" y="3545760"/>
                <a:ext cx="275492" cy="266153"/>
              </a:xfrm>
              <a:prstGeom prst="ellipse">
                <a:avLst/>
              </a:prstGeom>
              <a:gradFill>
                <a:gsLst>
                  <a:gs pos="57000">
                    <a:srgbClr val="72C0F3"/>
                  </a:gs>
                  <a:gs pos="95000">
                    <a:schemeClr val="tx2">
                      <a:lumMod val="50000"/>
                      <a:lumOff val="50000"/>
                    </a:schemeClr>
                  </a:gs>
                  <a:gs pos="67000">
                    <a:srgbClr val="C4E3F6"/>
                  </a:gs>
                  <a:gs pos="44000">
                    <a:srgbClr val="C4E3F6"/>
                  </a:gs>
                  <a:gs pos="14000">
                    <a:srgbClr val="E2F3FB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 sz="1200" dirty="0">
                  <a:solidFill>
                    <a:schemeClr val="bg1">
                      <a:lumMod val="50000"/>
                    </a:schemeClr>
                  </a:solidFill>
                  <a:latin typeface="Calibri" panose="020F0502020204030204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E64A29D-57D1-44C4-ECF3-5568A1FA4D34}"/>
                  </a:ext>
                </a:extLst>
              </p:cNvPr>
              <p:cNvSpPr/>
              <p:nvPr/>
            </p:nvSpPr>
            <p:spPr>
              <a:xfrm>
                <a:off x="4887379" y="2078831"/>
                <a:ext cx="592225" cy="590152"/>
              </a:xfrm>
              <a:prstGeom prst="ellipse">
                <a:avLst/>
              </a:prstGeom>
              <a:gradFill>
                <a:gsLst>
                  <a:gs pos="88000">
                    <a:srgbClr val="608DBC">
                      <a:lumMod val="100000"/>
                    </a:srgbClr>
                  </a:gs>
                  <a:gs pos="55000">
                    <a:srgbClr val="83B7E8">
                      <a:lumMod val="96000"/>
                    </a:srgbClr>
                  </a:gs>
                  <a:gs pos="18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79E2EEAF-3608-7220-B802-E68C75FA3DEE}"/>
                </a:ext>
              </a:extLst>
            </p:cNvPr>
            <p:cNvGrpSpPr/>
            <p:nvPr/>
          </p:nvGrpSpPr>
          <p:grpSpPr>
            <a:xfrm rot="4536077">
              <a:off x="10343274" y="1773877"/>
              <a:ext cx="986463" cy="845396"/>
              <a:chOff x="10174273" y="1545234"/>
              <a:chExt cx="958526" cy="797395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F6386168-B70F-4B94-6D54-F27CF740C073}"/>
                  </a:ext>
                </a:extLst>
              </p:cNvPr>
              <p:cNvSpPr/>
              <p:nvPr/>
            </p:nvSpPr>
            <p:spPr>
              <a:xfrm rot="18472838">
                <a:off x="10404730" y="1488311"/>
                <a:ext cx="493795" cy="945508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  <a:alpha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F581D3D4-948B-8438-67DA-0EF0108D2CDA}"/>
                  </a:ext>
                </a:extLst>
              </p:cNvPr>
              <p:cNvSpPr/>
              <p:nvPr/>
            </p:nvSpPr>
            <p:spPr>
              <a:xfrm>
                <a:off x="10951554" y="2167528"/>
                <a:ext cx="181245" cy="175101"/>
              </a:xfrm>
              <a:prstGeom prst="ellipse">
                <a:avLst/>
              </a:prstGeom>
              <a:solidFill>
                <a:schemeClr val="tx1"/>
              </a:solidFill>
              <a:ln w="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 sz="1200" dirty="0">
                  <a:solidFill>
                    <a:schemeClr val="bg1">
                      <a:lumMod val="50000"/>
                    </a:schemeClr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D652C2B6-CB13-18E3-EEFD-D80BD5BF4BC1}"/>
                  </a:ext>
                </a:extLst>
              </p:cNvPr>
              <p:cNvGrpSpPr/>
              <p:nvPr/>
            </p:nvGrpSpPr>
            <p:grpSpPr>
              <a:xfrm>
                <a:off x="10174273" y="1545234"/>
                <a:ext cx="228203" cy="225436"/>
                <a:chOff x="4255383" y="2706764"/>
                <a:chExt cx="435368" cy="430089"/>
              </a:xfrm>
            </p:grpSpPr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40815C02-0144-95F8-CDE0-58BF05B27434}"/>
                    </a:ext>
                  </a:extLst>
                </p:cNvPr>
                <p:cNvSpPr/>
                <p:nvPr/>
              </p:nvSpPr>
              <p:spPr>
                <a:xfrm>
                  <a:off x="4304674" y="2755458"/>
                  <a:ext cx="336785" cy="332703"/>
                </a:xfrm>
                <a:prstGeom prst="ellipse">
                  <a:avLst/>
                </a:prstGeom>
                <a:solidFill>
                  <a:srgbClr val="FCCE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FDD61FA5-B356-05FA-5F52-F705BBFF8A2D}"/>
                    </a:ext>
                  </a:extLst>
                </p:cNvPr>
                <p:cNvSpPr/>
                <p:nvPr/>
              </p:nvSpPr>
              <p:spPr>
                <a:xfrm>
                  <a:off x="4255383" y="2706764"/>
                  <a:ext cx="435368" cy="430089"/>
                </a:xfrm>
                <a:prstGeom prst="ellipse">
                  <a:avLst/>
                </a:prstGeom>
                <a:solidFill>
                  <a:srgbClr val="FCCE29">
                    <a:alpha val="45982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E32F75D4-348E-4874-9F15-2A7B04BAB8AF}"/>
                </a:ext>
              </a:extLst>
            </p:cNvPr>
            <p:cNvGrpSpPr/>
            <p:nvPr/>
          </p:nvGrpSpPr>
          <p:grpSpPr>
            <a:xfrm rot="974216">
              <a:off x="9183131" y="1896053"/>
              <a:ext cx="869836" cy="1326200"/>
              <a:chOff x="8727267" y="1895750"/>
              <a:chExt cx="685072" cy="1044499"/>
            </a:xfrm>
          </p:grpSpPr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C470FFC1-0F25-B963-3EBF-F3AE2E5336D6}"/>
                  </a:ext>
                </a:extLst>
              </p:cNvPr>
              <p:cNvSpPr/>
              <p:nvPr/>
            </p:nvSpPr>
            <p:spPr>
              <a:xfrm rot="1296632">
                <a:off x="8727267" y="2084015"/>
                <a:ext cx="568378" cy="7747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  <a:alpha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59050055-FD29-3C7B-B51F-BF688D5F86D8}"/>
                  </a:ext>
                </a:extLst>
              </p:cNvPr>
              <p:cNvSpPr/>
              <p:nvPr/>
            </p:nvSpPr>
            <p:spPr>
              <a:xfrm>
                <a:off x="8750766" y="2777903"/>
                <a:ext cx="168042" cy="162346"/>
              </a:xfrm>
              <a:prstGeom prst="ellipse">
                <a:avLst/>
              </a:prstGeom>
              <a:gradFill>
                <a:gsLst>
                  <a:gs pos="91000">
                    <a:srgbClr val="AFDED0"/>
                  </a:gs>
                  <a:gs pos="70000">
                    <a:srgbClr val="92D050"/>
                  </a:gs>
                  <a:gs pos="21000">
                    <a:srgbClr val="C3E3B3"/>
                  </a:gs>
                  <a:gs pos="7000">
                    <a:srgbClr val="D8EBDE"/>
                  </a:gs>
                </a:gsLst>
                <a:path path="circle">
                  <a:fillToRect l="50000" t="50000" r="50000" b="50000"/>
                </a:path>
              </a:gradFill>
              <a:ln w="254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 sz="1200" dirty="0">
                  <a:solidFill>
                    <a:schemeClr val="bg1">
                      <a:lumMod val="50000"/>
                    </a:schemeClr>
                  </a:solidFill>
                  <a:latin typeface="Calibri" panose="020F0502020204030204"/>
                </a:endParaRPr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2D10F732-A351-BB51-C852-0F8B9F8AAE09}"/>
                  </a:ext>
                </a:extLst>
              </p:cNvPr>
              <p:cNvSpPr/>
              <p:nvPr/>
            </p:nvSpPr>
            <p:spPr>
              <a:xfrm rot="7281029">
                <a:off x="8982440" y="1889043"/>
                <a:ext cx="423191" cy="436606"/>
              </a:xfrm>
              <a:prstGeom prst="ellipse">
                <a:avLst/>
              </a:prstGeom>
              <a:gradFill>
                <a:gsLst>
                  <a:gs pos="59000">
                    <a:srgbClr val="83B7E8">
                      <a:lumMod val="96000"/>
                    </a:srgbClr>
                  </a:gs>
                  <a:gs pos="4000">
                    <a:srgbClr val="CCE9F8">
                      <a:lumMod val="38000"/>
                      <a:lumOff val="62000"/>
                    </a:srgbClr>
                  </a:gs>
                  <a:gs pos="22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82436488-FE56-97AC-7534-E33CFB05EAA4}"/>
                </a:ext>
              </a:extLst>
            </p:cNvPr>
            <p:cNvGrpSpPr/>
            <p:nvPr/>
          </p:nvGrpSpPr>
          <p:grpSpPr>
            <a:xfrm>
              <a:off x="9686611" y="3232635"/>
              <a:ext cx="1046992" cy="1022822"/>
              <a:chOff x="9583353" y="3466585"/>
              <a:chExt cx="1046992" cy="1022822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65372296-AAC6-74AA-719C-5A4786CE5B13}"/>
                  </a:ext>
                </a:extLst>
              </p:cNvPr>
              <p:cNvGrpSpPr/>
              <p:nvPr/>
            </p:nvGrpSpPr>
            <p:grpSpPr>
              <a:xfrm rot="6210821">
                <a:off x="9719420" y="3578481"/>
                <a:ext cx="1022822" cy="799029"/>
                <a:chOff x="10157605" y="1545234"/>
                <a:chExt cx="1022822" cy="799029"/>
              </a:xfrm>
            </p:grpSpPr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069DFEA2-2FDA-969C-8D88-2FFC9C0E9A42}"/>
                    </a:ext>
                  </a:extLst>
                </p:cNvPr>
                <p:cNvSpPr/>
                <p:nvPr/>
              </p:nvSpPr>
              <p:spPr>
                <a:xfrm rot="18472838">
                  <a:off x="10317842" y="1481679"/>
                  <a:ext cx="702347" cy="1022822"/>
                </a:xfrm>
                <a:prstGeom prst="ellipse">
                  <a:avLst/>
                </a:prstGeom>
                <a:noFill/>
                <a:ln w="9525">
                  <a:solidFill>
                    <a:schemeClr val="bg1">
                      <a:lumMod val="50000"/>
                      <a:alpha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dirty="0"/>
                </a:p>
              </p:txBody>
            </p:sp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62633500-197F-0E8B-D1E5-89F00084326A}"/>
                    </a:ext>
                  </a:extLst>
                </p:cNvPr>
                <p:cNvGrpSpPr/>
                <p:nvPr/>
              </p:nvGrpSpPr>
              <p:grpSpPr>
                <a:xfrm>
                  <a:off x="10174273" y="1545234"/>
                  <a:ext cx="228203" cy="225436"/>
                  <a:chOff x="4255383" y="2706764"/>
                  <a:chExt cx="435368" cy="430089"/>
                </a:xfrm>
              </p:grpSpPr>
              <p:sp>
                <p:nvSpPr>
                  <p:cNvPr id="150" name="Oval 149">
                    <a:extLst>
                      <a:ext uri="{FF2B5EF4-FFF2-40B4-BE49-F238E27FC236}">
                        <a16:creationId xmlns:a16="http://schemas.microsoft.com/office/drawing/2014/main" id="{BB5A056A-B153-6308-0845-284ADF0E0CAA}"/>
                      </a:ext>
                    </a:extLst>
                  </p:cNvPr>
                  <p:cNvSpPr/>
                  <p:nvPr/>
                </p:nvSpPr>
                <p:spPr>
                  <a:xfrm>
                    <a:off x="4304674" y="2755458"/>
                    <a:ext cx="336785" cy="332703"/>
                  </a:xfrm>
                  <a:prstGeom prst="ellipse">
                    <a:avLst/>
                  </a:prstGeom>
                  <a:solidFill>
                    <a:srgbClr val="FCCE2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51" name="Oval 150">
                    <a:extLst>
                      <a:ext uri="{FF2B5EF4-FFF2-40B4-BE49-F238E27FC236}">
                        <a16:creationId xmlns:a16="http://schemas.microsoft.com/office/drawing/2014/main" id="{154D0108-AE0D-6555-C67A-16B8F9A4C4A0}"/>
                      </a:ext>
                    </a:extLst>
                  </p:cNvPr>
                  <p:cNvSpPr/>
                  <p:nvPr/>
                </p:nvSpPr>
                <p:spPr>
                  <a:xfrm>
                    <a:off x="4255383" y="2706764"/>
                    <a:ext cx="435368" cy="430089"/>
                  </a:xfrm>
                  <a:prstGeom prst="ellipse">
                    <a:avLst/>
                  </a:prstGeom>
                  <a:solidFill>
                    <a:srgbClr val="FCCE29">
                      <a:alpha val="45982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13502A83-E741-BB85-51A7-38B7F2082AAF}"/>
                  </a:ext>
                </a:extLst>
              </p:cNvPr>
              <p:cNvSpPr/>
              <p:nvPr/>
            </p:nvSpPr>
            <p:spPr>
              <a:xfrm>
                <a:off x="9583353" y="4133245"/>
                <a:ext cx="341613" cy="330033"/>
              </a:xfrm>
              <a:prstGeom prst="ellipse">
                <a:avLst/>
              </a:prstGeom>
              <a:gradFill>
                <a:gsLst>
                  <a:gs pos="84000">
                    <a:srgbClr val="D4D0D2"/>
                  </a:gs>
                  <a:gs pos="17000">
                    <a:srgbClr val="FFFFFF"/>
                  </a:gs>
                  <a:gs pos="39000">
                    <a:srgbClr val="FAF0FA"/>
                  </a:gs>
                </a:gsLst>
                <a:path path="circle">
                  <a:fillToRect l="50000" t="50000" r="50000" b="50000"/>
                </a:path>
              </a:gradFill>
              <a:ln w="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 sz="1200" dirty="0">
                  <a:solidFill>
                    <a:schemeClr val="bg1">
                      <a:lumMod val="50000"/>
                    </a:schemeClr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C7AAED6-7A9F-93EE-393F-E9199479764C}"/>
                </a:ext>
              </a:extLst>
            </p:cNvPr>
            <p:cNvSpPr txBox="1"/>
            <p:nvPr/>
          </p:nvSpPr>
          <p:spPr>
            <a:xfrm>
              <a:off x="9267491" y="2887230"/>
              <a:ext cx="439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/>
                </a:rPr>
                <a:t>NS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1145144D-963F-6E1B-0072-C2D39BFE45BF}"/>
                </a:ext>
              </a:extLst>
            </p:cNvPr>
            <p:cNvSpPr txBox="1"/>
            <p:nvPr/>
          </p:nvSpPr>
          <p:spPr>
            <a:xfrm>
              <a:off x="10727169" y="2509326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/>
                </a:rPr>
                <a:t>BH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A202DB38-F75A-BE5C-7D62-F0BC9084ABFE}"/>
                </a:ext>
              </a:extLst>
            </p:cNvPr>
            <p:cNvSpPr txBox="1"/>
            <p:nvPr/>
          </p:nvSpPr>
          <p:spPr>
            <a:xfrm>
              <a:off x="1252524" y="949198"/>
              <a:ext cx="23843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solidFill>
                    <a:srgbClr val="EFAD6C"/>
                  </a:solidFill>
                </a:rPr>
                <a:t>O</a:t>
              </a:r>
              <a:r>
                <a:rPr lang="en-NL" sz="2800" dirty="0">
                  <a:solidFill>
                    <a:srgbClr val="EFAD6C"/>
                  </a:solidFill>
                </a:rPr>
                <a:t>ngoing RLOF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DBB5265F-19CC-3693-311C-550E5B81176A}"/>
                </a:ext>
              </a:extLst>
            </p:cNvPr>
            <p:cNvSpPr txBox="1"/>
            <p:nvPr/>
          </p:nvSpPr>
          <p:spPr>
            <a:xfrm>
              <a:off x="4273013" y="5125230"/>
              <a:ext cx="2586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>
                  <a:solidFill>
                    <a:srgbClr val="8ACDEF"/>
                  </a:solidFill>
                </a:rPr>
                <a:t>Low-M stripped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CC99725-78F5-125D-1011-665FE0B43695}"/>
                </a:ext>
              </a:extLst>
            </p:cNvPr>
            <p:cNvSpPr txBox="1"/>
            <p:nvPr/>
          </p:nvSpPr>
          <p:spPr>
            <a:xfrm>
              <a:off x="4472483" y="473325"/>
              <a:ext cx="26623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>
                  <a:solidFill>
                    <a:srgbClr val="7F97EC"/>
                  </a:solidFill>
                </a:rPr>
                <a:t>High-M stripped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9CCB74E-BD34-6609-03AE-6962D3689BFB}"/>
                </a:ext>
              </a:extLst>
            </p:cNvPr>
            <p:cNvSpPr txBox="1"/>
            <p:nvPr/>
          </p:nvSpPr>
          <p:spPr>
            <a:xfrm>
              <a:off x="9206702" y="5317060"/>
              <a:ext cx="20697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>
                  <a:solidFill>
                    <a:srgbClr val="E3BCC9"/>
                  </a:solidFill>
                </a:rPr>
                <a:t>WD binaries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1E44A97-C582-AB98-A8B9-938EB9800327}"/>
                </a:ext>
              </a:extLst>
            </p:cNvPr>
            <p:cNvSpPr txBox="1"/>
            <p:nvPr/>
          </p:nvSpPr>
          <p:spPr>
            <a:xfrm>
              <a:off x="7600402" y="449740"/>
              <a:ext cx="18994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>
                  <a:solidFill>
                    <a:srgbClr val="C1E462"/>
                  </a:solidFill>
                </a:rPr>
                <a:t>C.O. binary</a:t>
              </a:r>
            </a:p>
          </p:txBody>
        </p:sp>
        <p:sp>
          <p:nvSpPr>
            <p:cNvPr id="161" name="Right Brace 160">
              <a:extLst>
                <a:ext uri="{FF2B5EF4-FFF2-40B4-BE49-F238E27FC236}">
                  <a16:creationId xmlns:a16="http://schemas.microsoft.com/office/drawing/2014/main" id="{0724E251-5349-A338-799C-453EC6E032EE}"/>
                </a:ext>
              </a:extLst>
            </p:cNvPr>
            <p:cNvSpPr/>
            <p:nvPr/>
          </p:nvSpPr>
          <p:spPr>
            <a:xfrm rot="5400000">
              <a:off x="5298126" y="3056793"/>
              <a:ext cx="369334" cy="3933754"/>
            </a:xfrm>
            <a:prstGeom prst="rightBrace">
              <a:avLst>
                <a:gd name="adj1" fmla="val 81151"/>
                <a:gd name="adj2" fmla="val 50456"/>
              </a:avLst>
            </a:prstGeom>
            <a:ln>
              <a:solidFill>
                <a:srgbClr val="8ACDE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62" name="Right Brace 161">
              <a:extLst>
                <a:ext uri="{FF2B5EF4-FFF2-40B4-BE49-F238E27FC236}">
                  <a16:creationId xmlns:a16="http://schemas.microsoft.com/office/drawing/2014/main" id="{05A3522D-F1C0-5AD4-969D-7AFAEAA2F2D1}"/>
                </a:ext>
              </a:extLst>
            </p:cNvPr>
            <p:cNvSpPr/>
            <p:nvPr/>
          </p:nvSpPr>
          <p:spPr>
            <a:xfrm rot="5400000">
              <a:off x="9317770" y="3590976"/>
              <a:ext cx="263627" cy="3250526"/>
            </a:xfrm>
            <a:prstGeom prst="rightBrace">
              <a:avLst>
                <a:gd name="adj1" fmla="val 81151"/>
                <a:gd name="adj2" fmla="val 29496"/>
              </a:avLst>
            </a:prstGeom>
            <a:ln>
              <a:solidFill>
                <a:srgbClr val="E3BC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63" name="Right Brace 162">
              <a:extLst>
                <a:ext uri="{FF2B5EF4-FFF2-40B4-BE49-F238E27FC236}">
                  <a16:creationId xmlns:a16="http://schemas.microsoft.com/office/drawing/2014/main" id="{F5723EDA-F1DD-3934-AA99-C8D2EF03514F}"/>
                </a:ext>
              </a:extLst>
            </p:cNvPr>
            <p:cNvSpPr/>
            <p:nvPr/>
          </p:nvSpPr>
          <p:spPr>
            <a:xfrm rot="16200000" flipV="1">
              <a:off x="9396518" y="-895414"/>
              <a:ext cx="263627" cy="3920412"/>
            </a:xfrm>
            <a:prstGeom prst="rightBrace">
              <a:avLst>
                <a:gd name="adj1" fmla="val 81151"/>
                <a:gd name="adj2" fmla="val 75687"/>
              </a:avLst>
            </a:prstGeom>
            <a:ln>
              <a:solidFill>
                <a:srgbClr val="C1E46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4CF790C-EE1E-68F6-CCF7-0B2426F720E6}"/>
                </a:ext>
              </a:extLst>
            </p:cNvPr>
            <p:cNvSpPr txBox="1"/>
            <p:nvPr/>
          </p:nvSpPr>
          <p:spPr>
            <a:xfrm>
              <a:off x="10015674" y="3987489"/>
              <a:ext cx="532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/>
                </a:rPr>
                <a:t>WD</a:t>
              </a:r>
            </a:p>
          </p:txBody>
        </p:sp>
        <p:sp>
          <p:nvSpPr>
            <p:cNvPr id="165" name="Right Brace 164">
              <a:extLst>
                <a:ext uri="{FF2B5EF4-FFF2-40B4-BE49-F238E27FC236}">
                  <a16:creationId xmlns:a16="http://schemas.microsoft.com/office/drawing/2014/main" id="{69291346-6040-8637-EEDC-F9F7B4C63C7B}"/>
                </a:ext>
              </a:extLst>
            </p:cNvPr>
            <p:cNvSpPr/>
            <p:nvPr/>
          </p:nvSpPr>
          <p:spPr>
            <a:xfrm rot="16200000" flipV="1">
              <a:off x="5775204" y="21446"/>
              <a:ext cx="263627" cy="2281917"/>
            </a:xfrm>
            <a:prstGeom prst="rightBrace">
              <a:avLst>
                <a:gd name="adj1" fmla="val 81151"/>
                <a:gd name="adj2" fmla="val 47113"/>
              </a:avLst>
            </a:prstGeom>
            <a:ln>
              <a:solidFill>
                <a:srgbClr val="7F97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66" name="Right Brace 165">
              <a:extLst>
                <a:ext uri="{FF2B5EF4-FFF2-40B4-BE49-F238E27FC236}">
                  <a16:creationId xmlns:a16="http://schemas.microsoft.com/office/drawing/2014/main" id="{624D89A6-E9D8-DF04-FD3B-D8CC8B0B8651}"/>
                </a:ext>
              </a:extLst>
            </p:cNvPr>
            <p:cNvSpPr/>
            <p:nvPr/>
          </p:nvSpPr>
          <p:spPr>
            <a:xfrm rot="16200000" flipV="1">
              <a:off x="2297144" y="-139004"/>
              <a:ext cx="263627" cy="3447706"/>
            </a:xfrm>
            <a:prstGeom prst="rightBrace">
              <a:avLst>
                <a:gd name="adj1" fmla="val 81151"/>
                <a:gd name="adj2" fmla="val 47113"/>
              </a:avLst>
            </a:prstGeom>
            <a:ln>
              <a:solidFill>
                <a:srgbClr val="EFAD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3509663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78</Words>
  <Application>Microsoft Macintosh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Son, A.A.C. van (Lieke)</dc:creator>
  <cp:lastModifiedBy>Son, A.A.C. van (Lieke)</cp:lastModifiedBy>
  <cp:revision>8</cp:revision>
  <dcterms:created xsi:type="dcterms:W3CDTF">2026-05-22T14:34:41Z</dcterms:created>
  <dcterms:modified xsi:type="dcterms:W3CDTF">2026-06-04T08:43:46Z</dcterms:modified>
</cp:coreProperties>
</file>